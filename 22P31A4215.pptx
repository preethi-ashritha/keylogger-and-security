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0B6EB7-3A59-4F3B-9908-703AFD672305}">
          <p14:sldIdLst>
            <p14:sldId id="256"/>
            <p14:sldId id="257"/>
            <p14:sldId id="258"/>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6CE80-CFEC-4441-BCC4-3D33E194F53A}" v="19" dt="2024-12-06T03:18:55.497"/>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ethi Ashritha" userId="83dc54435239db5c" providerId="LiveId" clId="{4EE6CE80-CFEC-4441-BCC4-3D33E194F53A}"/>
    <pc:docChg chg="custSel modSld">
      <pc:chgData name="Preethi Ashritha" userId="83dc54435239db5c" providerId="LiveId" clId="{4EE6CE80-CFEC-4441-BCC4-3D33E194F53A}" dt="2024-12-06T03:20:50.627" v="150" actId="20577"/>
      <pc:docMkLst>
        <pc:docMk/>
      </pc:docMkLst>
      <pc:sldChg chg="addSp delSp modSp mod">
        <pc:chgData name="Preethi Ashritha" userId="83dc54435239db5c" providerId="LiveId" clId="{4EE6CE80-CFEC-4441-BCC4-3D33E194F53A}" dt="2024-12-06T03:19:37.595" v="141" actId="255"/>
        <pc:sldMkLst>
          <pc:docMk/>
          <pc:sldMk cId="2747826870" sldId="256"/>
        </pc:sldMkLst>
        <pc:spChg chg="mod">
          <ac:chgData name="Preethi Ashritha" userId="83dc54435239db5c" providerId="LiveId" clId="{4EE6CE80-CFEC-4441-BCC4-3D33E194F53A}" dt="2024-12-06T03:19:37.595" v="141" actId="255"/>
          <ac:spMkLst>
            <pc:docMk/>
            <pc:sldMk cId="2747826870" sldId="256"/>
            <ac:spMk id="2" creationId="{C8C4BE54-2EE1-BDA9-2E88-86E8A88DAEE2}"/>
          </ac:spMkLst>
        </pc:spChg>
        <pc:spChg chg="mod">
          <ac:chgData name="Preethi Ashritha" userId="83dc54435239db5c" providerId="LiveId" clId="{4EE6CE80-CFEC-4441-BCC4-3D33E194F53A}" dt="2024-12-06T03:15:03.480" v="7" actId="1076"/>
          <ac:spMkLst>
            <pc:docMk/>
            <pc:sldMk cId="2747826870" sldId="256"/>
            <ac:spMk id="3" creationId="{8570CF28-0983-95CD-130A-2FAB0E4F9F93}"/>
          </ac:spMkLst>
        </pc:spChg>
        <pc:spChg chg="add mod">
          <ac:chgData name="Preethi Ashritha" userId="83dc54435239db5c" providerId="LiveId" clId="{4EE6CE80-CFEC-4441-BCC4-3D33E194F53A}" dt="2024-12-06T03:19:25.743" v="140" actId="20577"/>
          <ac:spMkLst>
            <pc:docMk/>
            <pc:sldMk cId="2747826870" sldId="256"/>
            <ac:spMk id="5" creationId="{C9A69624-CB36-210C-4B69-7E90CD5299F9}"/>
          </ac:spMkLst>
        </pc:spChg>
        <pc:spChg chg="add del mod">
          <ac:chgData name="Preethi Ashritha" userId="83dc54435239db5c" providerId="LiveId" clId="{4EE6CE80-CFEC-4441-BCC4-3D33E194F53A}" dt="2024-12-06T03:18:58.208" v="90"/>
          <ac:spMkLst>
            <pc:docMk/>
            <pc:sldMk cId="2747826870" sldId="256"/>
            <ac:spMk id="6" creationId="{70FED070-4C41-998D-F7F9-B0D9D1067300}"/>
          </ac:spMkLst>
        </pc:spChg>
        <pc:picChg chg="add mod">
          <ac:chgData name="Preethi Ashritha" userId="83dc54435239db5c" providerId="LiveId" clId="{4EE6CE80-CFEC-4441-BCC4-3D33E194F53A}" dt="2024-12-06T03:13:56.269" v="2" actId="1076"/>
          <ac:picMkLst>
            <pc:docMk/>
            <pc:sldMk cId="2747826870" sldId="256"/>
            <ac:picMk id="4" creationId="{BD674CE2-7A3E-98C3-D833-44CDADA94FFA}"/>
          </ac:picMkLst>
        </pc:picChg>
      </pc:sldChg>
      <pc:sldChg chg="addSp modSp mod">
        <pc:chgData name="Preethi Ashritha" userId="83dc54435239db5c" providerId="LiveId" clId="{4EE6CE80-CFEC-4441-BCC4-3D33E194F53A}" dt="2024-12-06T03:19:54.196" v="142" actId="255"/>
        <pc:sldMkLst>
          <pc:docMk/>
          <pc:sldMk cId="3982822920" sldId="257"/>
        </pc:sldMkLst>
        <pc:spChg chg="mod">
          <ac:chgData name="Preethi Ashritha" userId="83dc54435239db5c" providerId="LiveId" clId="{4EE6CE80-CFEC-4441-BCC4-3D33E194F53A}" dt="2024-12-06T03:19:54.196" v="142" actId="255"/>
          <ac:spMkLst>
            <pc:docMk/>
            <pc:sldMk cId="3982822920" sldId="257"/>
            <ac:spMk id="2" creationId="{3B64E297-EC9F-06B5-C58B-7B3386A36772}"/>
          </ac:spMkLst>
        </pc:spChg>
        <pc:picChg chg="add mod">
          <ac:chgData name="Preethi Ashritha" userId="83dc54435239db5c" providerId="LiveId" clId="{4EE6CE80-CFEC-4441-BCC4-3D33E194F53A}" dt="2024-12-06T03:15:26.957" v="11" actId="1076"/>
          <ac:picMkLst>
            <pc:docMk/>
            <pc:sldMk cId="3982822920" sldId="257"/>
            <ac:picMk id="4" creationId="{BD674CE2-7A3E-98C3-D833-44CDADA94FFA}"/>
          </ac:picMkLst>
        </pc:picChg>
      </pc:sldChg>
      <pc:sldChg chg="addSp modSp mod">
        <pc:chgData name="Preethi Ashritha" userId="83dc54435239db5c" providerId="LiveId" clId="{4EE6CE80-CFEC-4441-BCC4-3D33E194F53A}" dt="2024-12-06T03:15:36.084" v="13" actId="1076"/>
        <pc:sldMkLst>
          <pc:docMk/>
          <pc:sldMk cId="3095418274" sldId="258"/>
        </pc:sldMkLst>
        <pc:picChg chg="add mod">
          <ac:chgData name="Preethi Ashritha" userId="83dc54435239db5c" providerId="LiveId" clId="{4EE6CE80-CFEC-4441-BCC4-3D33E194F53A}" dt="2024-12-06T03:15:36.084" v="13" actId="1076"/>
          <ac:picMkLst>
            <pc:docMk/>
            <pc:sldMk cId="3095418274" sldId="258"/>
            <ac:picMk id="3" creationId="{BD674CE2-7A3E-98C3-D833-44CDADA94FFA}"/>
          </ac:picMkLst>
        </pc:picChg>
      </pc:sldChg>
      <pc:sldChg chg="addSp modSp mod">
        <pc:chgData name="Preethi Ashritha" userId="83dc54435239db5c" providerId="LiveId" clId="{4EE6CE80-CFEC-4441-BCC4-3D33E194F53A}" dt="2024-12-06T03:20:02.497" v="144" actId="27636"/>
        <pc:sldMkLst>
          <pc:docMk/>
          <pc:sldMk cId="4204611076" sldId="260"/>
        </pc:sldMkLst>
        <pc:spChg chg="mod">
          <ac:chgData name="Preethi Ashritha" userId="83dc54435239db5c" providerId="LiveId" clId="{4EE6CE80-CFEC-4441-BCC4-3D33E194F53A}" dt="2024-12-06T03:20:02.497" v="144" actId="27636"/>
          <ac:spMkLst>
            <pc:docMk/>
            <pc:sldMk cId="4204611076" sldId="260"/>
            <ac:spMk id="2" creationId="{71EF9D27-019B-D38E-60D9-1D4261FFE16E}"/>
          </ac:spMkLst>
        </pc:spChg>
        <pc:picChg chg="add mod">
          <ac:chgData name="Preethi Ashritha" userId="83dc54435239db5c" providerId="LiveId" clId="{4EE6CE80-CFEC-4441-BCC4-3D33E194F53A}" dt="2024-12-06T03:15:42.332" v="15" actId="1076"/>
          <ac:picMkLst>
            <pc:docMk/>
            <pc:sldMk cId="4204611076" sldId="260"/>
            <ac:picMk id="4" creationId="{BD674CE2-7A3E-98C3-D833-44CDADA94FFA}"/>
          </ac:picMkLst>
        </pc:picChg>
      </pc:sldChg>
      <pc:sldChg chg="addSp modSp mod">
        <pc:chgData name="Preethi Ashritha" userId="83dc54435239db5c" providerId="LiveId" clId="{4EE6CE80-CFEC-4441-BCC4-3D33E194F53A}" dt="2024-12-06T03:20:11.169" v="146" actId="27636"/>
        <pc:sldMkLst>
          <pc:docMk/>
          <pc:sldMk cId="2490417113" sldId="261"/>
        </pc:sldMkLst>
        <pc:spChg chg="mod">
          <ac:chgData name="Preethi Ashritha" userId="83dc54435239db5c" providerId="LiveId" clId="{4EE6CE80-CFEC-4441-BCC4-3D33E194F53A}" dt="2024-12-06T03:20:11.169" v="146" actId="27636"/>
          <ac:spMkLst>
            <pc:docMk/>
            <pc:sldMk cId="2490417113" sldId="261"/>
            <ac:spMk id="2" creationId="{04C8788E-4DDD-8067-2281-BD1D411D5346}"/>
          </ac:spMkLst>
        </pc:spChg>
        <pc:picChg chg="add mod">
          <ac:chgData name="Preethi Ashritha" userId="83dc54435239db5c" providerId="LiveId" clId="{4EE6CE80-CFEC-4441-BCC4-3D33E194F53A}" dt="2024-12-06T03:15:49.430" v="17" actId="1076"/>
          <ac:picMkLst>
            <pc:docMk/>
            <pc:sldMk cId="2490417113" sldId="261"/>
            <ac:picMk id="4" creationId="{BD674CE2-7A3E-98C3-D833-44CDADA94FFA}"/>
          </ac:picMkLst>
        </pc:picChg>
      </pc:sldChg>
      <pc:sldChg chg="addSp modSp mod">
        <pc:chgData name="Preethi Ashritha" userId="83dc54435239db5c" providerId="LiveId" clId="{4EE6CE80-CFEC-4441-BCC4-3D33E194F53A}" dt="2024-12-06T03:20:25.488" v="147" actId="255"/>
        <pc:sldMkLst>
          <pc:docMk/>
          <pc:sldMk cId="917948979" sldId="262"/>
        </pc:sldMkLst>
        <pc:spChg chg="mod">
          <ac:chgData name="Preethi Ashritha" userId="83dc54435239db5c" providerId="LiveId" clId="{4EE6CE80-CFEC-4441-BCC4-3D33E194F53A}" dt="2024-12-06T03:20:25.488" v="147" actId="255"/>
          <ac:spMkLst>
            <pc:docMk/>
            <pc:sldMk cId="917948979" sldId="262"/>
            <ac:spMk id="2" creationId="{734858DB-29AC-CC66-C981-1B52CCC6FEEB}"/>
          </ac:spMkLst>
        </pc:spChg>
        <pc:picChg chg="add mod">
          <ac:chgData name="Preethi Ashritha" userId="83dc54435239db5c" providerId="LiveId" clId="{4EE6CE80-CFEC-4441-BCC4-3D33E194F53A}" dt="2024-12-06T03:15:57.258" v="19" actId="1076"/>
          <ac:picMkLst>
            <pc:docMk/>
            <pc:sldMk cId="917948979" sldId="262"/>
            <ac:picMk id="4" creationId="{BD674CE2-7A3E-98C3-D833-44CDADA94FFA}"/>
          </ac:picMkLst>
        </pc:picChg>
      </pc:sldChg>
      <pc:sldChg chg="addSp modSp mod">
        <pc:chgData name="Preethi Ashritha" userId="83dc54435239db5c" providerId="LiveId" clId="{4EE6CE80-CFEC-4441-BCC4-3D33E194F53A}" dt="2024-12-06T03:16:04.605" v="21" actId="1076"/>
        <pc:sldMkLst>
          <pc:docMk/>
          <pc:sldMk cId="777685226" sldId="263"/>
        </pc:sldMkLst>
        <pc:picChg chg="add mod">
          <ac:chgData name="Preethi Ashritha" userId="83dc54435239db5c" providerId="LiveId" clId="{4EE6CE80-CFEC-4441-BCC4-3D33E194F53A}" dt="2024-12-06T03:16:04.605" v="21" actId="1076"/>
          <ac:picMkLst>
            <pc:docMk/>
            <pc:sldMk cId="777685226" sldId="263"/>
            <ac:picMk id="3" creationId="{BD674CE2-7A3E-98C3-D833-44CDADA94FFA}"/>
          </ac:picMkLst>
        </pc:picChg>
      </pc:sldChg>
      <pc:sldChg chg="addSp modSp mod">
        <pc:chgData name="Preethi Ashritha" userId="83dc54435239db5c" providerId="LiveId" clId="{4EE6CE80-CFEC-4441-BCC4-3D33E194F53A}" dt="2024-12-06T03:16:13.968" v="23" actId="1076"/>
        <pc:sldMkLst>
          <pc:docMk/>
          <pc:sldMk cId="419144378" sldId="264"/>
        </pc:sldMkLst>
        <pc:picChg chg="add mod">
          <ac:chgData name="Preethi Ashritha" userId="83dc54435239db5c" providerId="LiveId" clId="{4EE6CE80-CFEC-4441-BCC4-3D33E194F53A}" dt="2024-12-06T03:16:13.968" v="23" actId="1076"/>
          <ac:picMkLst>
            <pc:docMk/>
            <pc:sldMk cId="419144378" sldId="264"/>
            <ac:picMk id="3" creationId="{BD674CE2-7A3E-98C3-D833-44CDADA94FFA}"/>
          </ac:picMkLst>
        </pc:picChg>
      </pc:sldChg>
      <pc:sldChg chg="addSp modSp mod">
        <pc:chgData name="Preethi Ashritha" userId="83dc54435239db5c" providerId="LiveId" clId="{4EE6CE80-CFEC-4441-BCC4-3D33E194F53A}" dt="2024-12-06T03:16:26.250" v="26" actId="1076"/>
        <pc:sldMkLst>
          <pc:docMk/>
          <pc:sldMk cId="3343014313" sldId="265"/>
        </pc:sldMkLst>
        <pc:spChg chg="mod">
          <ac:chgData name="Preethi Ashritha" userId="83dc54435239db5c" providerId="LiveId" clId="{4EE6CE80-CFEC-4441-BCC4-3D33E194F53A}" dt="2024-12-06T03:16:26.250" v="26" actId="1076"/>
          <ac:spMkLst>
            <pc:docMk/>
            <pc:sldMk cId="3343014313" sldId="265"/>
            <ac:spMk id="2" creationId="{525EC478-426B-14E0-6232-044A8D6A7290}"/>
          </ac:spMkLst>
        </pc:spChg>
        <pc:picChg chg="add mod">
          <ac:chgData name="Preethi Ashritha" userId="83dc54435239db5c" providerId="LiveId" clId="{4EE6CE80-CFEC-4441-BCC4-3D33E194F53A}" dt="2024-12-06T03:16:21.362" v="25" actId="1076"/>
          <ac:picMkLst>
            <pc:docMk/>
            <pc:sldMk cId="3343014313" sldId="265"/>
            <ac:picMk id="3" creationId="{BD674CE2-7A3E-98C3-D833-44CDADA94FFA}"/>
          </ac:picMkLst>
        </pc:picChg>
      </pc:sldChg>
      <pc:sldChg chg="addSp modSp mod">
        <pc:chgData name="Preethi Ashritha" userId="83dc54435239db5c" providerId="LiveId" clId="{4EE6CE80-CFEC-4441-BCC4-3D33E194F53A}" dt="2024-12-06T03:16:40.571" v="29" actId="1076"/>
        <pc:sldMkLst>
          <pc:docMk/>
          <pc:sldMk cId="953023612" sldId="266"/>
        </pc:sldMkLst>
        <pc:spChg chg="mod">
          <ac:chgData name="Preethi Ashritha" userId="83dc54435239db5c" providerId="LiveId" clId="{4EE6CE80-CFEC-4441-BCC4-3D33E194F53A}" dt="2024-12-06T03:16:33.489" v="27" actId="1076"/>
          <ac:spMkLst>
            <pc:docMk/>
            <pc:sldMk cId="953023612" sldId="266"/>
            <ac:spMk id="2" creationId="{F80BCC5D-BF58-BDB0-DC9E-35BA04631E9E}"/>
          </ac:spMkLst>
        </pc:spChg>
        <pc:picChg chg="add mod">
          <ac:chgData name="Preethi Ashritha" userId="83dc54435239db5c" providerId="LiveId" clId="{4EE6CE80-CFEC-4441-BCC4-3D33E194F53A}" dt="2024-12-06T03:16:40.571" v="29" actId="1076"/>
          <ac:picMkLst>
            <pc:docMk/>
            <pc:sldMk cId="953023612" sldId="266"/>
            <ac:picMk id="3" creationId="{BD674CE2-7A3E-98C3-D833-44CDADA94FFA}"/>
          </ac:picMkLst>
        </pc:picChg>
      </pc:sldChg>
      <pc:sldChg chg="addSp modSp mod">
        <pc:chgData name="Preethi Ashritha" userId="83dc54435239db5c" providerId="LiveId" clId="{4EE6CE80-CFEC-4441-BCC4-3D33E194F53A}" dt="2024-12-06T03:16:54.732" v="33" actId="1076"/>
        <pc:sldMkLst>
          <pc:docMk/>
          <pc:sldMk cId="646288547" sldId="267"/>
        </pc:sldMkLst>
        <pc:spChg chg="mod">
          <ac:chgData name="Preethi Ashritha" userId="83dc54435239db5c" providerId="LiveId" clId="{4EE6CE80-CFEC-4441-BCC4-3D33E194F53A}" dt="2024-12-06T03:16:54.732" v="33" actId="1076"/>
          <ac:spMkLst>
            <pc:docMk/>
            <pc:sldMk cId="646288547" sldId="267"/>
            <ac:spMk id="2" creationId="{A9941B6A-2278-DBC7-994D-85AB5C310936}"/>
          </ac:spMkLst>
        </pc:spChg>
        <pc:picChg chg="add mod">
          <ac:chgData name="Preethi Ashritha" userId="83dc54435239db5c" providerId="LiveId" clId="{4EE6CE80-CFEC-4441-BCC4-3D33E194F53A}" dt="2024-12-06T03:16:47.494" v="31" actId="1076"/>
          <ac:picMkLst>
            <pc:docMk/>
            <pc:sldMk cId="646288547" sldId="267"/>
            <ac:picMk id="3" creationId="{BD674CE2-7A3E-98C3-D833-44CDADA94FFA}"/>
          </ac:picMkLst>
        </pc:picChg>
      </pc:sldChg>
      <pc:sldChg chg="addSp modSp mod">
        <pc:chgData name="Preethi Ashritha" userId="83dc54435239db5c" providerId="LiveId" clId="{4EE6CE80-CFEC-4441-BCC4-3D33E194F53A}" dt="2024-12-06T03:20:34.240" v="149" actId="27636"/>
        <pc:sldMkLst>
          <pc:docMk/>
          <pc:sldMk cId="3268852855" sldId="268"/>
        </pc:sldMkLst>
        <pc:spChg chg="mod">
          <ac:chgData name="Preethi Ashritha" userId="83dc54435239db5c" providerId="LiveId" clId="{4EE6CE80-CFEC-4441-BCC4-3D33E194F53A}" dt="2024-12-06T03:20:34.240" v="149" actId="27636"/>
          <ac:spMkLst>
            <pc:docMk/>
            <pc:sldMk cId="3268852855" sldId="268"/>
            <ac:spMk id="2" creationId="{34ED747D-91D5-3C84-1BB2-9969A55CBFC9}"/>
          </ac:spMkLst>
        </pc:spChg>
        <pc:picChg chg="add mod">
          <ac:chgData name="Preethi Ashritha" userId="83dc54435239db5c" providerId="LiveId" clId="{4EE6CE80-CFEC-4441-BCC4-3D33E194F53A}" dt="2024-12-06T03:17:04.172" v="35" actId="1076"/>
          <ac:picMkLst>
            <pc:docMk/>
            <pc:sldMk cId="3268852855" sldId="268"/>
            <ac:picMk id="4" creationId="{BD674CE2-7A3E-98C3-D833-44CDADA94FFA}"/>
          </ac:picMkLst>
        </pc:picChg>
      </pc:sldChg>
      <pc:sldChg chg="addSp modSp mod">
        <pc:chgData name="Preethi Ashritha" userId="83dc54435239db5c" providerId="LiveId" clId="{4EE6CE80-CFEC-4441-BCC4-3D33E194F53A}" dt="2024-12-06T03:17:12.897" v="37" actId="1076"/>
        <pc:sldMkLst>
          <pc:docMk/>
          <pc:sldMk cId="326714083" sldId="269"/>
        </pc:sldMkLst>
        <pc:picChg chg="add mod">
          <ac:chgData name="Preethi Ashritha" userId="83dc54435239db5c" providerId="LiveId" clId="{4EE6CE80-CFEC-4441-BCC4-3D33E194F53A}" dt="2024-12-06T03:17:12.897" v="37" actId="1076"/>
          <ac:picMkLst>
            <pc:docMk/>
            <pc:sldMk cId="326714083" sldId="269"/>
            <ac:picMk id="4" creationId="{BD674CE2-7A3E-98C3-D833-44CDADA94FFA}"/>
          </ac:picMkLst>
        </pc:picChg>
      </pc:sldChg>
      <pc:sldChg chg="addSp modSp mod">
        <pc:chgData name="Preethi Ashritha" userId="83dc54435239db5c" providerId="LiveId" clId="{4EE6CE80-CFEC-4441-BCC4-3D33E194F53A}" dt="2024-12-06T03:17:19.281" v="39" actId="1076"/>
        <pc:sldMkLst>
          <pc:docMk/>
          <pc:sldMk cId="2358683193" sldId="270"/>
        </pc:sldMkLst>
        <pc:picChg chg="add mod">
          <ac:chgData name="Preethi Ashritha" userId="83dc54435239db5c" providerId="LiveId" clId="{4EE6CE80-CFEC-4441-BCC4-3D33E194F53A}" dt="2024-12-06T03:17:19.281" v="39" actId="1076"/>
          <ac:picMkLst>
            <pc:docMk/>
            <pc:sldMk cId="2358683193" sldId="270"/>
            <ac:picMk id="3" creationId="{BD674CE2-7A3E-98C3-D833-44CDADA94FFA}"/>
          </ac:picMkLst>
        </pc:picChg>
      </pc:sldChg>
      <pc:sldChg chg="addSp modSp mod">
        <pc:chgData name="Preethi Ashritha" userId="83dc54435239db5c" providerId="LiveId" clId="{4EE6CE80-CFEC-4441-BCC4-3D33E194F53A}" dt="2024-12-06T03:17:29.635" v="59" actId="1076"/>
        <pc:sldMkLst>
          <pc:docMk/>
          <pc:sldMk cId="1495920388" sldId="271"/>
        </pc:sldMkLst>
        <pc:spChg chg="mod">
          <ac:chgData name="Preethi Ashritha" userId="83dc54435239db5c" providerId="LiveId" clId="{4EE6CE80-CFEC-4441-BCC4-3D33E194F53A}" dt="2024-12-06T03:17:23.842" v="57" actId="20577"/>
          <ac:spMkLst>
            <pc:docMk/>
            <pc:sldMk cId="1495920388" sldId="271"/>
            <ac:spMk id="2" creationId="{9D9A7185-1458-635B-FF39-FC2245C451BF}"/>
          </ac:spMkLst>
        </pc:spChg>
        <pc:picChg chg="add mod">
          <ac:chgData name="Preethi Ashritha" userId="83dc54435239db5c" providerId="LiveId" clId="{4EE6CE80-CFEC-4441-BCC4-3D33E194F53A}" dt="2024-12-06T03:17:29.635" v="59" actId="1076"/>
          <ac:picMkLst>
            <pc:docMk/>
            <pc:sldMk cId="1495920388" sldId="271"/>
            <ac:picMk id="3" creationId="{BD674CE2-7A3E-98C3-D833-44CDADA94FFA}"/>
          </ac:picMkLst>
        </pc:picChg>
      </pc:sldChg>
      <pc:sldChg chg="addSp modSp mod">
        <pc:chgData name="Preethi Ashritha" userId="83dc54435239db5c" providerId="LiveId" clId="{4EE6CE80-CFEC-4441-BCC4-3D33E194F53A}" dt="2024-12-06T03:20:50.627" v="150" actId="20577"/>
        <pc:sldMkLst>
          <pc:docMk/>
          <pc:sldMk cId="3504589877" sldId="272"/>
        </pc:sldMkLst>
        <pc:spChg chg="mod">
          <ac:chgData name="Preethi Ashritha" userId="83dc54435239db5c" providerId="LiveId" clId="{4EE6CE80-CFEC-4441-BCC4-3D33E194F53A}" dt="2024-12-06T03:20:50.627" v="150" actId="20577"/>
          <ac:spMkLst>
            <pc:docMk/>
            <pc:sldMk cId="3504589877" sldId="272"/>
            <ac:spMk id="3" creationId="{B646F449-DA58-B36D-1FAC-81902A636DDC}"/>
          </ac:spMkLst>
        </pc:spChg>
        <pc:picChg chg="add mod">
          <ac:chgData name="Preethi Ashritha" userId="83dc54435239db5c" providerId="LiveId" clId="{4EE6CE80-CFEC-4441-BCC4-3D33E194F53A}" dt="2024-12-06T03:17:39.163" v="61" actId="1076"/>
          <ac:picMkLst>
            <pc:docMk/>
            <pc:sldMk cId="3504589877" sldId="272"/>
            <ac:picMk id="2" creationId="{BD674CE2-7A3E-98C3-D833-44CDADA94FF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B6492-B12C-8406-F57B-F41CBF6F2E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823220-5983-07D6-B4B6-B1243850B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E2D892-C75B-016C-1C22-02674A0D1320}"/>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5" name="Footer Placeholder 4">
            <a:extLst>
              <a:ext uri="{FF2B5EF4-FFF2-40B4-BE49-F238E27FC236}">
                <a16:creationId xmlns:a16="http://schemas.microsoft.com/office/drawing/2014/main" id="{9704C877-55C6-F4C7-CDAB-F30CF847B9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DF70CC7-B25A-E3D2-8037-205B5636728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5121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7BC5F-587E-05D5-66CA-D1568B8355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7EAD74-9B99-D781-7172-4A28314F0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B447C3-D121-1F54-BD41-753EA88CBD1F}"/>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5" name="Footer Placeholder 4">
            <a:extLst>
              <a:ext uri="{FF2B5EF4-FFF2-40B4-BE49-F238E27FC236}">
                <a16:creationId xmlns:a16="http://schemas.microsoft.com/office/drawing/2014/main" id="{958F90BA-E0EA-2701-E331-D67C1BD9FC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2B4EB5-8626-8CB7-2DA7-BECCCBB934F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5597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05CFB-2911-4F65-1B40-2B8C46DB2E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C74DBE-668E-70AB-16D2-8B2B0427D2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4C779C-59F1-C0C7-C010-B5F955BB5596}"/>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5" name="Footer Placeholder 4">
            <a:extLst>
              <a:ext uri="{FF2B5EF4-FFF2-40B4-BE49-F238E27FC236}">
                <a16:creationId xmlns:a16="http://schemas.microsoft.com/office/drawing/2014/main" id="{ACEB59DD-2F17-5E7C-19F7-712155BD5F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3D0D439-C15C-FA7E-8A45-D4D138EEE88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21064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94B80-1883-81BE-ECFB-B9FB6AA8F1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08938C-D8EC-B18B-5F7E-3EFD74CAEA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AACB3C-7E1D-8573-FF6A-F4E3B71F2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2B978A-1896-3A00-2992-3A4ADF23ED9E}"/>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6" name="Footer Placeholder 5">
            <a:extLst>
              <a:ext uri="{FF2B5EF4-FFF2-40B4-BE49-F238E27FC236}">
                <a16:creationId xmlns:a16="http://schemas.microsoft.com/office/drawing/2014/main" id="{450E74AC-927B-1A88-6458-A782CA9F8B2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1A1F09D-51E9-9884-9BB7-557ED954B7F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14301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1F69-E781-CEAC-E9EE-766514364A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CE0DF4-AAA2-ADAD-461F-348ECB1AC3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C47708-F41F-AC05-0007-AE269680DE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28161C-F877-842B-3729-DF2A4FEC8D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26749-EB99-286C-C24A-4A448CF008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3C2FD5-A615-06B4-367C-1A9DF0DE79B0}"/>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8" name="Footer Placeholder 7">
            <a:extLst>
              <a:ext uri="{FF2B5EF4-FFF2-40B4-BE49-F238E27FC236}">
                <a16:creationId xmlns:a16="http://schemas.microsoft.com/office/drawing/2014/main" id="{584ACDEB-5918-5182-9826-34DBDC1177E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E6AD0DE-8924-09FC-7A84-57C4D8B006A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90235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244B-A204-54DB-5C4D-183A485655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E38FF0-1E8B-87E7-0E3D-9C5000D10F0D}"/>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4" name="Footer Placeholder 3">
            <a:extLst>
              <a:ext uri="{FF2B5EF4-FFF2-40B4-BE49-F238E27FC236}">
                <a16:creationId xmlns:a16="http://schemas.microsoft.com/office/drawing/2014/main" id="{A015F01A-C45F-E615-165C-9D23ED5AE43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6DA34DF-1BD1-B70C-FD0E-5C9FB73AF5F3}"/>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5907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D79BE3-35B1-F47D-F655-936D430D65DE}"/>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3" name="Footer Placeholder 2">
            <a:extLst>
              <a:ext uri="{FF2B5EF4-FFF2-40B4-BE49-F238E27FC236}">
                <a16:creationId xmlns:a16="http://schemas.microsoft.com/office/drawing/2014/main" id="{347F069A-BB56-3845-8D7F-621EFB66D66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064E12-6A1A-F940-4ECA-D3D3D8295E2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6060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2E65-8F58-4569-31AA-D7A7C80E50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E137BE-F84E-BCA7-B5E8-9A4E7AB599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748481-3D81-1E4A-FF52-70D5F2058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68FA44-F765-6C5C-3FA3-CF53D302155F}"/>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6" name="Footer Placeholder 5">
            <a:extLst>
              <a:ext uri="{FF2B5EF4-FFF2-40B4-BE49-F238E27FC236}">
                <a16:creationId xmlns:a16="http://schemas.microsoft.com/office/drawing/2014/main" id="{875DA60D-C385-7AD8-539D-0BF7B542BC1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3D9B1E-8771-C295-19A9-6EBB9208771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6974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01710-75E6-0C2B-6B9A-2CF524509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91D674-6A4B-1696-2C73-EBF6AFE065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C147D7-8409-14BB-7B8C-2F62DECF58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1F50CE-F917-23FE-BCE0-B912368DF2D9}"/>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6" name="Footer Placeholder 5">
            <a:extLst>
              <a:ext uri="{FF2B5EF4-FFF2-40B4-BE49-F238E27FC236}">
                <a16:creationId xmlns:a16="http://schemas.microsoft.com/office/drawing/2014/main" id="{B8A8FFF9-2D0C-655D-5C26-07B21009EF8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327A0FD-CFCD-2E9A-0F86-C01A7ED2F2F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33968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97A0F-D11A-2F0A-1091-68ECCAC4DA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29B2CE-16C4-1DF2-187D-9E5DC1A2C2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3D2D35-0D49-BEC2-7D07-8658ABCAE109}"/>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5" name="Footer Placeholder 4">
            <a:extLst>
              <a:ext uri="{FF2B5EF4-FFF2-40B4-BE49-F238E27FC236}">
                <a16:creationId xmlns:a16="http://schemas.microsoft.com/office/drawing/2014/main" id="{EF7E18D7-B617-41B4-F909-E89D374982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59AEFB-7171-F6FE-93A4-5568B0C21C5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77450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B2BC94-D96D-2E3D-B895-84D43841CD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FC4DED-DDAB-5092-B09B-755A532B24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93BB17-8C3A-5619-0897-760806DB21FC}"/>
              </a:ext>
            </a:extLst>
          </p:cNvPr>
          <p:cNvSpPr>
            <a:spLocks noGrp="1"/>
          </p:cNvSpPr>
          <p:nvPr>
            <p:ph type="dt" sz="half" idx="10"/>
          </p:nvPr>
        </p:nvSpPr>
        <p:spPr/>
        <p:txBody>
          <a:bodyPr/>
          <a:lstStyle/>
          <a:p>
            <a:fld id="{48A87A34-81AB-432B-8DAE-1953F412C126}" type="datetimeFigureOut">
              <a:rPr lang="en-US" smtClean="0"/>
              <a:t>12/6/2024</a:t>
            </a:fld>
            <a:endParaRPr lang="en-US" dirty="0"/>
          </a:p>
        </p:txBody>
      </p:sp>
      <p:sp>
        <p:nvSpPr>
          <p:cNvPr id="5" name="Footer Placeholder 4">
            <a:extLst>
              <a:ext uri="{FF2B5EF4-FFF2-40B4-BE49-F238E27FC236}">
                <a16:creationId xmlns:a16="http://schemas.microsoft.com/office/drawing/2014/main" id="{4A974299-D555-4A18-065F-FCDC07E296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7A65AF-48D4-8604-3C5F-8578DA00773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416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16FFFB-596C-11DA-150A-4525765840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5D6E3-4F78-FBD6-2D10-4E810E5E3F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8AD36-61A4-DD6D-9D56-F053431D4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12/6/2024</a:t>
            </a:fld>
            <a:endParaRPr lang="en-US" dirty="0"/>
          </a:p>
        </p:txBody>
      </p:sp>
      <p:sp>
        <p:nvSpPr>
          <p:cNvPr id="5" name="Footer Placeholder 4">
            <a:extLst>
              <a:ext uri="{FF2B5EF4-FFF2-40B4-BE49-F238E27FC236}">
                <a16:creationId xmlns:a16="http://schemas.microsoft.com/office/drawing/2014/main" id="{EA6A09E0-40B4-D30A-8D2D-A720D87B1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A872DB0-F427-E642-F63B-62FBFE2B5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5542191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4BE54-2EE1-BDA9-2E88-86E8A88DAEE2}"/>
              </a:ext>
            </a:extLst>
          </p:cNvPr>
          <p:cNvSpPr>
            <a:spLocks noGrp="1"/>
          </p:cNvSpPr>
          <p:nvPr>
            <p:ph type="ctrTitle"/>
          </p:nvPr>
        </p:nvSpPr>
        <p:spPr>
          <a:xfrm>
            <a:off x="1120877" y="1675812"/>
            <a:ext cx="10253637" cy="936625"/>
          </a:xfrm>
        </p:spPr>
        <p:txBody>
          <a:bodyPr>
            <a:normAutofit/>
          </a:bodyPr>
          <a:lstStyle/>
          <a:p>
            <a:r>
              <a:rPr lang="en-IN" sz="4800" dirty="0">
                <a:latin typeface="Times New Roman" panose="02020603050405020304" pitchFamily="18" charset="0"/>
                <a:cs typeface="Times New Roman" panose="02020603050405020304" pitchFamily="18" charset="0"/>
              </a:rPr>
              <a:t>KEYLOGGER &amp; SECURITY</a:t>
            </a:r>
          </a:p>
        </p:txBody>
      </p:sp>
      <p:sp>
        <p:nvSpPr>
          <p:cNvPr id="3" name="Subtitle 2">
            <a:extLst>
              <a:ext uri="{FF2B5EF4-FFF2-40B4-BE49-F238E27FC236}">
                <a16:creationId xmlns:a16="http://schemas.microsoft.com/office/drawing/2014/main" id="{8570CF28-0983-95CD-130A-2FAB0E4F9F93}"/>
              </a:ext>
            </a:extLst>
          </p:cNvPr>
          <p:cNvSpPr>
            <a:spLocks noGrp="1"/>
          </p:cNvSpPr>
          <p:nvPr>
            <p:ph type="subTitle" idx="1"/>
          </p:nvPr>
        </p:nvSpPr>
        <p:spPr>
          <a:xfrm>
            <a:off x="889819" y="2927684"/>
            <a:ext cx="10412362" cy="3930316"/>
          </a:xfrm>
        </p:spPr>
        <p:txBody>
          <a:bodyPr/>
          <a:lstStyle/>
          <a:p>
            <a:pPr algn="l"/>
            <a:r>
              <a:rPr lang="en-IN" b="1" dirty="0">
                <a:latin typeface="Times New Roman" panose="02020603050405020304" pitchFamily="18" charset="0"/>
                <a:cs typeface="Times New Roman" panose="02020603050405020304" pitchFamily="18" charset="0"/>
              </a:rPr>
              <a:t>NAME :</a:t>
            </a:r>
            <a:r>
              <a:rPr lang="en-IN" dirty="0">
                <a:latin typeface="Times New Roman" panose="02020603050405020304" pitchFamily="18" charset="0"/>
                <a:cs typeface="Times New Roman" panose="02020603050405020304" pitchFamily="18" charset="0"/>
              </a:rPr>
              <a:t> GUNNAM PREETHI ASHRITHA</a:t>
            </a:r>
          </a:p>
          <a:p>
            <a:pPr algn="l"/>
            <a:r>
              <a:rPr lang="en-IN" b="1" dirty="0">
                <a:latin typeface="Times New Roman" panose="02020603050405020304" pitchFamily="18" charset="0"/>
                <a:cs typeface="Times New Roman" panose="02020603050405020304" pitchFamily="18" charset="0"/>
              </a:rPr>
              <a:t>ROLL NO : </a:t>
            </a:r>
            <a:r>
              <a:rPr lang="en-IN" dirty="0">
                <a:latin typeface="Times New Roman" panose="02020603050405020304" pitchFamily="18" charset="0"/>
                <a:cs typeface="Times New Roman" panose="02020603050405020304" pitchFamily="18" charset="0"/>
              </a:rPr>
              <a:t>22P31A4215</a:t>
            </a:r>
          </a:p>
          <a:p>
            <a:pPr algn="l"/>
            <a:r>
              <a:rPr lang="en-IN" b="1" dirty="0">
                <a:latin typeface="Times New Roman" panose="02020603050405020304" pitchFamily="18" charset="0"/>
                <a:cs typeface="Times New Roman" panose="02020603050405020304" pitchFamily="18" charset="0"/>
              </a:rPr>
              <a:t>GUIDE NAME : </a:t>
            </a:r>
            <a:r>
              <a:rPr lang="en-IN" dirty="0">
                <a:latin typeface="Times New Roman" panose="02020603050405020304" pitchFamily="18" charset="0"/>
                <a:cs typeface="Times New Roman" panose="02020603050405020304" pitchFamily="18" charset="0"/>
              </a:rPr>
              <a:t>Dr  B. S. N. V. RAMANA MURTHY  </a:t>
            </a:r>
            <a:r>
              <a:rPr lang="en-IN" sz="1400" b="1" dirty="0">
                <a:latin typeface="Times New Roman" panose="02020603050405020304" pitchFamily="18" charset="0"/>
                <a:cs typeface="Times New Roman" panose="02020603050405020304" pitchFamily="18" charset="0"/>
              </a:rPr>
              <a:t>M. Tech(Ph. D)</a:t>
            </a:r>
          </a:p>
          <a:p>
            <a:pPr algn="l"/>
            <a:r>
              <a:rPr lang="en-IN" b="1" dirty="0">
                <a:latin typeface="Times New Roman" panose="02020603050405020304" pitchFamily="18" charset="0"/>
                <a:cs typeface="Times New Roman" panose="02020603050405020304" pitchFamily="18" charset="0"/>
              </a:rPr>
              <a:t>COLLEGE NAME : </a:t>
            </a:r>
            <a:r>
              <a:rPr lang="en-IN" dirty="0">
                <a:latin typeface="Times New Roman" panose="02020603050405020304" pitchFamily="18" charset="0"/>
                <a:cs typeface="Times New Roman" panose="02020603050405020304" pitchFamily="18" charset="0"/>
              </a:rPr>
              <a:t>Aditya College Of Engineering &amp; Technology</a:t>
            </a:r>
          </a:p>
          <a:p>
            <a:pPr algn="l"/>
            <a:r>
              <a:rPr lang="en-IN" b="1" dirty="0">
                <a:latin typeface="Times New Roman" panose="02020603050405020304" pitchFamily="18" charset="0"/>
                <a:cs typeface="Times New Roman" panose="02020603050405020304" pitchFamily="18" charset="0"/>
              </a:rPr>
              <a:t>BRANCH :</a:t>
            </a:r>
            <a:r>
              <a:rPr lang="en-IN" dirty="0">
                <a:latin typeface="Times New Roman" panose="02020603050405020304" pitchFamily="18" charset="0"/>
                <a:cs typeface="Times New Roman" panose="02020603050405020304" pitchFamily="18" charset="0"/>
              </a:rPr>
              <a:t> CSE-AIML</a:t>
            </a: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94239" y="213381"/>
            <a:ext cx="1577974" cy="936625"/>
          </a:xfrm>
          <a:prstGeom prst="rect">
            <a:avLst/>
          </a:prstGeom>
          <a:noFill/>
          <a:ln>
            <a:noFill/>
          </a:ln>
        </p:spPr>
      </p:pic>
      <p:sp>
        <p:nvSpPr>
          <p:cNvPr id="5" name="TextBox 4">
            <a:extLst>
              <a:ext uri="{FF2B5EF4-FFF2-40B4-BE49-F238E27FC236}">
                <a16:creationId xmlns:a16="http://schemas.microsoft.com/office/drawing/2014/main" id="{C9A69624-CB36-210C-4B69-7E90CD5299F9}"/>
              </a:ext>
            </a:extLst>
          </p:cNvPr>
          <p:cNvSpPr txBox="1"/>
          <p:nvPr/>
        </p:nvSpPr>
        <p:spPr>
          <a:xfrm>
            <a:off x="2153265" y="373626"/>
            <a:ext cx="8632722" cy="2523768"/>
          </a:xfrm>
          <a:prstGeom prst="rect">
            <a:avLst/>
          </a:prstGeom>
          <a:noFill/>
        </p:spPr>
        <p:txBody>
          <a:bodyPr wrap="square" rtlCol="0">
            <a:spAutoFit/>
          </a:bodyPr>
          <a:lstStyle/>
          <a:p>
            <a:r>
              <a:rPr lang="en-IN" sz="2800" dirty="0">
                <a:solidFill>
                  <a:srgbClr val="002060"/>
                </a:solidFill>
                <a:latin typeface="Britannic Bold"/>
              </a:rPr>
              <a:t>ADITYA COLLEGE OF ENGINEERING &amp; TECHNOLOGY</a:t>
            </a:r>
          </a:p>
          <a:p>
            <a:r>
              <a:rPr lang="en-IN" sz="2800" dirty="0">
                <a:solidFill>
                  <a:srgbClr val="002060"/>
                </a:solidFill>
                <a:latin typeface="Britannic Bold"/>
              </a:rPr>
              <a:t>                    </a:t>
            </a:r>
            <a:r>
              <a:rPr lang="en-US" sz="2800" b="1" dirty="0">
                <a:solidFill>
                  <a:srgbClr val="0070C0"/>
                </a:solidFill>
                <a:latin typeface="+mn-lt"/>
              </a:rPr>
              <a:t>DEPARTMENT OF CSE </a:t>
            </a:r>
            <a:r>
              <a:rPr lang="en-US" sz="2800" b="1" dirty="0">
                <a:solidFill>
                  <a:srgbClr val="0070C0"/>
                </a:solidFill>
              </a:rPr>
              <a:t>– AIML</a:t>
            </a:r>
          </a:p>
          <a:p>
            <a:r>
              <a:rPr lang="en-IN" sz="2800" b="1" dirty="0">
                <a:solidFill>
                  <a:srgbClr val="FF0000"/>
                </a:solidFill>
              </a:rPr>
              <a:t>                     CYBER SECURITY WITH KALI LINUX</a:t>
            </a:r>
          </a:p>
          <a:p>
            <a:endParaRPr lang="en-US" sz="2800" b="1" dirty="0">
              <a:solidFill>
                <a:srgbClr val="0070C0"/>
              </a:solidFill>
              <a:latin typeface="+mn-lt"/>
            </a:endParaRPr>
          </a:p>
          <a:p>
            <a:endParaRPr lang="en-IN" sz="2800" dirty="0">
              <a:solidFill>
                <a:srgbClr val="002060"/>
              </a:solidFill>
              <a:latin typeface="Britannic Bold"/>
            </a:endParaRPr>
          </a:p>
          <a:p>
            <a:endParaRPr lang="en-IN" dirty="0"/>
          </a:p>
        </p:txBody>
      </p:sp>
    </p:spTree>
    <p:extLst>
      <p:ext uri="{BB962C8B-B14F-4D97-AF65-F5344CB8AC3E}">
        <p14:creationId xmlns:p14="http://schemas.microsoft.com/office/powerpoint/2010/main" val="274782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E297-EC9F-06B5-C58B-7B3386A36772}"/>
              </a:ext>
            </a:extLst>
          </p:cNvPr>
          <p:cNvSpPr>
            <a:spLocks noGrp="1"/>
          </p:cNvSpPr>
          <p:nvPr>
            <p:ph type="ctrTitle"/>
          </p:nvPr>
        </p:nvSpPr>
        <p:spPr>
          <a:xfrm>
            <a:off x="1595269" y="609601"/>
            <a:ext cx="9001462" cy="990599"/>
          </a:xfrm>
        </p:spPr>
        <p:txBody>
          <a:bodyPr>
            <a:normAutofit/>
          </a:bodyPr>
          <a:lstStyle/>
          <a:p>
            <a:r>
              <a:rPr lang="en-IN" sz="4800" dirty="0">
                <a:latin typeface="Times New Roman" panose="02020603050405020304" pitchFamily="18" charset="0"/>
                <a:cs typeface="Times New Roman" panose="02020603050405020304" pitchFamily="18" charset="0"/>
              </a:rPr>
              <a:t>INDEX</a:t>
            </a:r>
          </a:p>
        </p:txBody>
      </p:sp>
      <p:sp>
        <p:nvSpPr>
          <p:cNvPr id="3" name="Subtitle 2">
            <a:extLst>
              <a:ext uri="{FF2B5EF4-FFF2-40B4-BE49-F238E27FC236}">
                <a16:creationId xmlns:a16="http://schemas.microsoft.com/office/drawing/2014/main" id="{C0C2408F-37B9-F287-4873-AB7F10077F4F}"/>
              </a:ext>
            </a:extLst>
          </p:cNvPr>
          <p:cNvSpPr>
            <a:spLocks noGrp="1"/>
          </p:cNvSpPr>
          <p:nvPr>
            <p:ph type="subTitle" idx="1"/>
          </p:nvPr>
        </p:nvSpPr>
        <p:spPr>
          <a:xfrm>
            <a:off x="1595269" y="1764631"/>
            <a:ext cx="9001462" cy="4154905"/>
          </a:xfrm>
        </p:spPr>
        <p:txBody>
          <a:bodyPr/>
          <a:lstStyle/>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INTERNSHIP CERTIFICATE                                3</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INTRO TO ORGANIZATION                                4</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ROLES &amp; RESPONSIBILITIES                            5</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WEEKLY OVERVIEW                                         6-11</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OUTCOMES &amp; PHOTOS                                   12-14</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QUERIES                                                                 15</a:t>
            </a:r>
          </a:p>
          <a:p>
            <a:pPr marL="457200" indent="-457200" algn="l">
              <a:buFont typeface="+mj-lt"/>
              <a:buAutoNum type="arabicPeriod"/>
            </a:pPr>
            <a:r>
              <a:rPr lang="en-IN" b="1" dirty="0">
                <a:latin typeface="Times New Roman" panose="02020603050405020304" pitchFamily="18" charset="0"/>
                <a:cs typeface="Times New Roman" panose="02020603050405020304" pitchFamily="18" charset="0"/>
              </a:rPr>
              <a:t>THANK YOU                                                          16</a:t>
            </a: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84406" y="168275"/>
            <a:ext cx="1577974" cy="936625"/>
          </a:xfrm>
          <a:prstGeom prst="rect">
            <a:avLst/>
          </a:prstGeom>
          <a:noFill/>
          <a:ln>
            <a:noFill/>
          </a:ln>
        </p:spPr>
      </p:pic>
    </p:spTree>
    <p:extLst>
      <p:ext uri="{BB962C8B-B14F-4D97-AF65-F5344CB8AC3E}">
        <p14:creationId xmlns:p14="http://schemas.microsoft.com/office/powerpoint/2010/main" val="3982822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5771A4-1F4C-2C7C-ABC7-FA0297ADC9D0}"/>
              </a:ext>
            </a:extLst>
          </p:cNvPr>
          <p:cNvPicPr>
            <a:picLocks noChangeAspect="1"/>
          </p:cNvPicPr>
          <p:nvPr/>
        </p:nvPicPr>
        <p:blipFill>
          <a:blip r:embed="rId2"/>
          <a:stretch>
            <a:fillRect/>
          </a:stretch>
        </p:blipFill>
        <p:spPr>
          <a:xfrm>
            <a:off x="1435510" y="0"/>
            <a:ext cx="9085006" cy="6858000"/>
          </a:xfrm>
          <a:prstGeom prst="rect">
            <a:avLst/>
          </a:prstGeom>
        </p:spPr>
      </p:pic>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3"/>
          <a:stretch>
            <a:fillRect/>
          </a:stretch>
        </p:blipFill>
        <p:spPr>
          <a:xfrm>
            <a:off x="174574" y="296145"/>
            <a:ext cx="1577974" cy="936625"/>
          </a:xfrm>
          <a:prstGeom prst="rect">
            <a:avLst/>
          </a:prstGeom>
          <a:noFill/>
          <a:ln>
            <a:noFill/>
          </a:ln>
        </p:spPr>
      </p:pic>
    </p:spTree>
    <p:extLst>
      <p:ext uri="{BB962C8B-B14F-4D97-AF65-F5344CB8AC3E}">
        <p14:creationId xmlns:p14="http://schemas.microsoft.com/office/powerpoint/2010/main" val="3095418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14263-2355-DC95-17F9-CFA9DFC23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F9D27-019B-D38E-60D9-1D4261FFE16E}"/>
              </a:ext>
            </a:extLst>
          </p:cNvPr>
          <p:cNvSpPr>
            <a:spLocks noGrp="1"/>
          </p:cNvSpPr>
          <p:nvPr>
            <p:ph type="ctrTitle"/>
          </p:nvPr>
        </p:nvSpPr>
        <p:spPr>
          <a:xfrm>
            <a:off x="1595269" y="593559"/>
            <a:ext cx="9001462" cy="946485"/>
          </a:xfrm>
        </p:spPr>
        <p:txBody>
          <a:bodyPr>
            <a:normAutofit/>
          </a:bodyPr>
          <a:lstStyle/>
          <a:p>
            <a:r>
              <a:rPr lang="en-IN" sz="4800" dirty="0">
                <a:latin typeface="Times New Roman" panose="02020603050405020304" pitchFamily="18" charset="0"/>
                <a:cs typeface="Times New Roman" panose="02020603050405020304" pitchFamily="18" charset="0"/>
              </a:rPr>
              <a:t>INTRO TO ORGANIZATION</a:t>
            </a:r>
          </a:p>
        </p:txBody>
      </p:sp>
      <p:sp>
        <p:nvSpPr>
          <p:cNvPr id="3" name="Subtitle 2">
            <a:extLst>
              <a:ext uri="{FF2B5EF4-FFF2-40B4-BE49-F238E27FC236}">
                <a16:creationId xmlns:a16="http://schemas.microsoft.com/office/drawing/2014/main" id="{F91A3F0A-5844-EB92-8105-5AD607906A4A}"/>
              </a:ext>
            </a:extLst>
          </p:cNvPr>
          <p:cNvSpPr>
            <a:spLocks noGrp="1"/>
          </p:cNvSpPr>
          <p:nvPr>
            <p:ph type="subTitle" idx="1"/>
          </p:nvPr>
        </p:nvSpPr>
        <p:spPr>
          <a:xfrm>
            <a:off x="946484" y="1732547"/>
            <a:ext cx="10282989" cy="4427621"/>
          </a:xfrm>
        </p:spPr>
        <p:txBody>
          <a:bodyPr>
            <a:normAutofit fontScale="25000" lnSpcReduction="20000"/>
          </a:bodyPr>
          <a:lstStyle/>
          <a:p>
            <a:pPr marL="342900" indent="-342900" algn="l">
              <a:buFont typeface="Arial" panose="020B0604020202020204" pitchFamily="34" charset="0"/>
              <a:buChar char="•"/>
            </a:pPr>
            <a:r>
              <a:rPr lang="en-US" sz="9600" dirty="0">
                <a:latin typeface="Times New Roman" panose="02020603050405020304" pitchFamily="18" charset="0"/>
                <a:cs typeface="Times New Roman" panose="02020603050405020304" pitchFamily="18" charset="0"/>
              </a:rPr>
              <a:t>Andhra Pradesh State Skill Development Corporation (APSSDC) is a government organization that helps people in Andhra Pradesh get the skills they need for good jobs.</a:t>
            </a:r>
          </a:p>
          <a:p>
            <a:pPr marL="342900" indent="-342900" algn="l">
              <a:buFont typeface="Arial" panose="020B0604020202020204" pitchFamily="34" charset="0"/>
              <a:buChar char="•"/>
            </a:pPr>
            <a:r>
              <a:rPr lang="en-US" sz="9600" dirty="0">
                <a:latin typeface="Times New Roman" panose="02020603050405020304" pitchFamily="18" charset="0"/>
                <a:cs typeface="Times New Roman" panose="02020603050405020304" pitchFamily="18" charset="0"/>
              </a:rPr>
              <a:t> APSSDC offers training in many areas like IT, manufacturing and healthcare to make sure people are ready for the workforce.</a:t>
            </a:r>
          </a:p>
          <a:p>
            <a:pPr marL="342900" indent="-342900" algn="l">
              <a:buFont typeface="Arial" panose="020B0604020202020204" pitchFamily="34" charset="0"/>
              <a:buChar char="•"/>
            </a:pPr>
            <a:r>
              <a:rPr lang="en-US" sz="9600" dirty="0">
                <a:latin typeface="Times New Roman" panose="02020603050405020304" pitchFamily="18" charset="0"/>
                <a:cs typeface="Times New Roman" panose="02020603050405020304" pitchFamily="18" charset="0"/>
              </a:rPr>
              <a:t> Its main goal is to provide training that prepares people for the real-world needs of industries, ensuring they are ready for employment or entrepreneurship.</a:t>
            </a:r>
          </a:p>
          <a:p>
            <a:pPr marL="342900" indent="-342900" algn="l">
              <a:buFont typeface="Arial" panose="020B0604020202020204" pitchFamily="34" charset="0"/>
              <a:buChar char="•"/>
            </a:pPr>
            <a:r>
              <a:rPr lang="en-US" sz="9600" dirty="0">
                <a:latin typeface="Times New Roman" panose="02020603050405020304" pitchFamily="18" charset="0"/>
                <a:cs typeface="Times New Roman" panose="02020603050405020304" pitchFamily="18" charset="0"/>
              </a:rPr>
              <a:t> APSSDC partners with schools, colleges, industries and various other groups to make skill training available to everyone in the state.</a:t>
            </a:r>
          </a:p>
          <a:p>
            <a:pPr algn="l"/>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57497" y="231358"/>
            <a:ext cx="1577974" cy="936625"/>
          </a:xfrm>
          <a:prstGeom prst="rect">
            <a:avLst/>
          </a:prstGeom>
          <a:noFill/>
          <a:ln>
            <a:noFill/>
          </a:ln>
        </p:spPr>
      </p:pic>
    </p:spTree>
    <p:extLst>
      <p:ext uri="{BB962C8B-B14F-4D97-AF65-F5344CB8AC3E}">
        <p14:creationId xmlns:p14="http://schemas.microsoft.com/office/powerpoint/2010/main" val="4204611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788E-4DDD-8067-2281-BD1D411D5346}"/>
              </a:ext>
            </a:extLst>
          </p:cNvPr>
          <p:cNvSpPr>
            <a:spLocks noGrp="1"/>
          </p:cNvSpPr>
          <p:nvPr>
            <p:ph type="ctrTitle"/>
          </p:nvPr>
        </p:nvSpPr>
        <p:spPr>
          <a:xfrm>
            <a:off x="1595269" y="673769"/>
            <a:ext cx="9001462" cy="834190"/>
          </a:xfrm>
        </p:spPr>
        <p:txBody>
          <a:bodyPr>
            <a:normAutofit/>
          </a:bodyPr>
          <a:lstStyle/>
          <a:p>
            <a:r>
              <a:rPr lang="en-IN" sz="4800" dirty="0">
                <a:latin typeface="Times New Roman" panose="02020603050405020304" pitchFamily="18" charset="0"/>
                <a:cs typeface="Times New Roman" panose="02020603050405020304" pitchFamily="18" charset="0"/>
              </a:rPr>
              <a:t>ROLES &amp; RESPONSIBILITIES</a:t>
            </a:r>
          </a:p>
        </p:txBody>
      </p:sp>
      <p:sp>
        <p:nvSpPr>
          <p:cNvPr id="3" name="Subtitle 2">
            <a:extLst>
              <a:ext uri="{FF2B5EF4-FFF2-40B4-BE49-F238E27FC236}">
                <a16:creationId xmlns:a16="http://schemas.microsoft.com/office/drawing/2014/main" id="{D7A8A997-E10C-856A-3FF7-5FAFCDF0D1A3}"/>
              </a:ext>
            </a:extLst>
          </p:cNvPr>
          <p:cNvSpPr>
            <a:spLocks noGrp="1"/>
          </p:cNvSpPr>
          <p:nvPr>
            <p:ph type="subTitle" idx="1"/>
          </p:nvPr>
        </p:nvSpPr>
        <p:spPr>
          <a:xfrm>
            <a:off x="946484" y="1732546"/>
            <a:ext cx="10282989" cy="4732421"/>
          </a:xfrm>
        </p:spPr>
        <p:txBody>
          <a:bodyPr>
            <a:noAutofit/>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Training Department: Employees create and run training programs. They make sure that what people learn is useful and relevant to the job market.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Operations Department: These employees handle the scheduling, organizing, and smooth running of training sessions and projects.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Finance Department: Employees here manage the organization's money, making sure funds are used wisely for different programs and expenses.</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Human Resources Department: HR employees take care of hiring, onboarding, and supporting the staff. They also make sure, the team is happy and productive.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57497" y="215315"/>
            <a:ext cx="1577974" cy="936625"/>
          </a:xfrm>
          <a:prstGeom prst="rect">
            <a:avLst/>
          </a:prstGeom>
          <a:noFill/>
          <a:ln>
            <a:noFill/>
          </a:ln>
        </p:spPr>
      </p:pic>
    </p:spTree>
    <p:extLst>
      <p:ext uri="{BB962C8B-B14F-4D97-AF65-F5344CB8AC3E}">
        <p14:creationId xmlns:p14="http://schemas.microsoft.com/office/powerpoint/2010/main" val="249041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858DB-29AC-CC66-C981-1B52CCC6FEEB}"/>
              </a:ext>
            </a:extLst>
          </p:cNvPr>
          <p:cNvSpPr>
            <a:spLocks noGrp="1"/>
          </p:cNvSpPr>
          <p:nvPr>
            <p:ph type="ctrTitle"/>
          </p:nvPr>
        </p:nvSpPr>
        <p:spPr>
          <a:xfrm>
            <a:off x="1595269" y="685800"/>
            <a:ext cx="9001462" cy="914400"/>
          </a:xfrm>
        </p:spPr>
        <p:txBody>
          <a:bodyPr>
            <a:normAutofit/>
          </a:bodyPr>
          <a:lstStyle/>
          <a:p>
            <a:r>
              <a:rPr lang="en-IN" sz="4800" dirty="0">
                <a:latin typeface="Times New Roman" panose="02020603050405020304" pitchFamily="18" charset="0"/>
                <a:cs typeface="Times New Roman" panose="02020603050405020304" pitchFamily="18" charset="0"/>
              </a:rPr>
              <a:t>WEEKLY OVERVIEW</a:t>
            </a:r>
          </a:p>
        </p:txBody>
      </p:sp>
      <p:sp>
        <p:nvSpPr>
          <p:cNvPr id="3" name="Subtitle 2">
            <a:extLst>
              <a:ext uri="{FF2B5EF4-FFF2-40B4-BE49-F238E27FC236}">
                <a16:creationId xmlns:a16="http://schemas.microsoft.com/office/drawing/2014/main" id="{3C5EA9C0-15D8-FE02-EFA3-B9ED90D0C22F}"/>
              </a:ext>
            </a:extLst>
          </p:cNvPr>
          <p:cNvSpPr>
            <a:spLocks noGrp="1"/>
          </p:cNvSpPr>
          <p:nvPr>
            <p:ph type="subTitle" idx="1"/>
          </p:nvPr>
        </p:nvSpPr>
        <p:spPr>
          <a:xfrm>
            <a:off x="1106905" y="1600200"/>
            <a:ext cx="10299031" cy="4186988"/>
          </a:xfrm>
        </p:spPr>
        <p:txBody>
          <a:bodyPr>
            <a:noAutofit/>
          </a:bodyPr>
          <a:lstStyle/>
          <a:p>
            <a:pPr algn="l">
              <a:lnSpc>
                <a:spcPct val="100000"/>
              </a:lnSpc>
            </a:pPr>
            <a:r>
              <a:rPr lang="en-US" b="1" dirty="0">
                <a:latin typeface="Times New Roman" panose="02020603050405020304" pitchFamily="18" charset="0"/>
                <a:cs typeface="Times New Roman" panose="02020603050405020304" pitchFamily="18" charset="0"/>
              </a:rPr>
              <a:t>WEEK – 1 </a:t>
            </a:r>
            <a:r>
              <a:rPr lang="en-US" dirty="0">
                <a:latin typeface="Times New Roman" panose="02020603050405020304" pitchFamily="18" charset="0"/>
                <a:cs typeface="Times New Roman" panose="02020603050405020304" pitchFamily="18" charset="0"/>
              </a:rPr>
              <a:t>(From 15-05-24 to 21-05-24) </a:t>
            </a:r>
          </a:p>
          <a:p>
            <a:pPr algn="l">
              <a:lnSpc>
                <a:spcPct val="100000"/>
              </a:lnSpc>
            </a:pPr>
            <a:r>
              <a:rPr lang="en-US" b="1" dirty="0">
                <a:latin typeface="Times New Roman" panose="02020603050405020304" pitchFamily="18" charset="0"/>
                <a:cs typeface="Times New Roman" panose="02020603050405020304" pitchFamily="18" charset="0"/>
              </a:rPr>
              <a:t>Objective of the Activity Done: </a:t>
            </a:r>
            <a:r>
              <a:rPr lang="en-US" dirty="0">
                <a:latin typeface="Times New Roman" panose="02020603050405020304" pitchFamily="18" charset="0"/>
                <a:cs typeface="Times New Roman" panose="02020603050405020304" pitchFamily="18" charset="0"/>
              </a:rPr>
              <a:t>Skills Build Orientation</a:t>
            </a:r>
          </a:p>
          <a:p>
            <a:pPr algn="l"/>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Detailed Report:  </a:t>
            </a:r>
            <a:r>
              <a:rPr lang="en-US" dirty="0">
                <a:latin typeface="Times New Roman" panose="02020603050405020304" pitchFamily="18" charset="0"/>
                <a:cs typeface="Times New Roman" panose="02020603050405020304" pitchFamily="18" charset="0"/>
              </a:rPr>
              <a:t>In the first week, participants are introduced to the IBM </a:t>
            </a:r>
            <a:r>
              <a:rPr lang="en-US" dirty="0" err="1">
                <a:latin typeface="Times New Roman" panose="02020603050405020304" pitchFamily="18" charset="0"/>
                <a:cs typeface="Times New Roman" panose="02020603050405020304" pitchFamily="18" charset="0"/>
              </a:rPr>
              <a:t>SkillsBuild</a:t>
            </a:r>
            <a:r>
              <a:rPr lang="en-US" dirty="0">
                <a:latin typeface="Times New Roman" panose="02020603050405020304" pitchFamily="18" charset="0"/>
                <a:cs typeface="Times New Roman" panose="02020603050405020304" pitchFamily="18" charset="0"/>
              </a:rPr>
              <a:t> platform, where they set up their profiles and explore available resources like courses and certifications. They learn about different career paths in cybersecurity and get familiar with the platform’s tools. By midweek, they connect with other learners and the </a:t>
            </a:r>
            <a:r>
              <a:rPr lang="en-US" dirty="0" err="1">
                <a:latin typeface="Times New Roman" panose="02020603050405020304" pitchFamily="18" charset="0"/>
                <a:cs typeface="Times New Roman" panose="02020603050405020304" pitchFamily="18" charset="0"/>
              </a:rPr>
              <a:t>SkillsBuild</a:t>
            </a:r>
            <a:r>
              <a:rPr lang="en-US" dirty="0">
                <a:latin typeface="Times New Roman" panose="02020603050405020304" pitchFamily="18" charset="0"/>
                <a:cs typeface="Times New Roman" panose="02020603050405020304" pitchFamily="18" charset="0"/>
              </a:rPr>
              <a:t> community to start building a network. The week wraps up with a clear explanation of the course structure, deadlines, and expectations, helping participants feel ready to begin their learning journey.</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64742" y="217487"/>
            <a:ext cx="1577974" cy="936625"/>
          </a:xfrm>
          <a:prstGeom prst="rect">
            <a:avLst/>
          </a:prstGeom>
          <a:noFill/>
          <a:ln>
            <a:noFill/>
          </a:ln>
        </p:spPr>
      </p:pic>
    </p:spTree>
    <p:extLst>
      <p:ext uri="{BB962C8B-B14F-4D97-AF65-F5344CB8AC3E}">
        <p14:creationId xmlns:p14="http://schemas.microsoft.com/office/powerpoint/2010/main" val="91794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134812-FA83-57F1-F95F-F580143CAD14}"/>
              </a:ext>
            </a:extLst>
          </p:cNvPr>
          <p:cNvSpPr txBox="1"/>
          <p:nvPr/>
        </p:nvSpPr>
        <p:spPr>
          <a:xfrm>
            <a:off x="1491916" y="982176"/>
            <a:ext cx="9208168"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WEEK – 2 </a:t>
            </a:r>
            <a:r>
              <a:rPr lang="en-US" sz="2400" dirty="0">
                <a:latin typeface="Times New Roman" panose="02020603050405020304" pitchFamily="18" charset="0"/>
                <a:cs typeface="Times New Roman" panose="02020603050405020304" pitchFamily="18" charset="0"/>
              </a:rPr>
              <a:t>(From 22-05-24 to 28-05-24)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Objective of the Activity Done: </a:t>
            </a:r>
            <a:r>
              <a:rPr lang="en-US" sz="2400" dirty="0">
                <a:latin typeface="Times New Roman" panose="02020603050405020304" pitchFamily="18" charset="0"/>
                <a:cs typeface="Times New Roman" panose="02020603050405020304" pitchFamily="18" charset="0"/>
              </a:rPr>
              <a:t>Introduction &amp; Basic Networking</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Detailed Report:  </a:t>
            </a:r>
            <a:r>
              <a:rPr lang="en-US" sz="2400" dirty="0">
                <a:latin typeface="Times New Roman" panose="02020603050405020304" pitchFamily="18" charset="0"/>
                <a:cs typeface="Times New Roman" panose="02020603050405020304" pitchFamily="18" charset="0"/>
              </a:rPr>
              <a:t>In Week 2, participants dive into the basics of cybersecurity and networking. They start by learning key cybersecurity concepts, such as common threats and how to defend against them. Next, they explore networking fundamentals, including the OSI model and how data moves through networks. Throughout the week, they also get introduced to important tools like firewalls, encryption methods, and VPNs to secure networks. By the end of the week, participants practice using network security tools and review everything with a quiz, reinforcing their understanding of these foundational topics.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35245" y="45551"/>
            <a:ext cx="1577974" cy="936625"/>
          </a:xfrm>
          <a:prstGeom prst="rect">
            <a:avLst/>
          </a:prstGeom>
          <a:noFill/>
          <a:ln>
            <a:noFill/>
          </a:ln>
        </p:spPr>
      </p:pic>
    </p:spTree>
    <p:extLst>
      <p:ext uri="{BB962C8B-B14F-4D97-AF65-F5344CB8AC3E}">
        <p14:creationId xmlns:p14="http://schemas.microsoft.com/office/powerpoint/2010/main" val="77768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B1DC4A-E183-5B0E-B2C4-B84B611AA7A0}"/>
              </a:ext>
            </a:extLst>
          </p:cNvPr>
          <p:cNvSpPr txBox="1"/>
          <p:nvPr/>
        </p:nvSpPr>
        <p:spPr>
          <a:xfrm>
            <a:off x="1391264" y="982176"/>
            <a:ext cx="9409471"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WEEK – 3 </a:t>
            </a:r>
            <a:r>
              <a:rPr lang="en-US" sz="2400" dirty="0">
                <a:latin typeface="Times New Roman" panose="02020603050405020304" pitchFamily="18" charset="0"/>
                <a:cs typeface="Times New Roman" panose="02020603050405020304" pitchFamily="18" charset="0"/>
              </a:rPr>
              <a:t>(From 29-05-24 to 04-06-24)</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Objective of the Activity Done: </a:t>
            </a:r>
            <a:r>
              <a:rPr lang="en-US" sz="2400" dirty="0">
                <a:latin typeface="Times New Roman" panose="02020603050405020304" pitchFamily="18" charset="0"/>
                <a:cs typeface="Times New Roman" panose="02020603050405020304" pitchFamily="18" charset="0"/>
              </a:rPr>
              <a:t>Explanation on Kali Linux</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Detailed Report: </a:t>
            </a:r>
            <a:r>
              <a:rPr lang="en-US" sz="2400" dirty="0">
                <a:latin typeface="Times New Roman" panose="02020603050405020304" pitchFamily="18" charset="0"/>
                <a:cs typeface="Times New Roman" panose="02020603050405020304" pitchFamily="18" charset="0"/>
              </a:rPr>
              <a:t>In Week 3, participants focus on Kali Linux, a key tool for cybersecurity tasks. They begin by learning what Kali Linux is and why it’s important in the field. After that, they install the software and get familiar with the basic commands used in Linux systems. As the week progresses, participants explore some of Kali Linux’s powerful tools, like Nmap and Wireshark, which are used for network scanning and traffic analysis. The week ends with a hands-on activity where participants perform a basic network scan using these tools, giving them practical experience in real-world cybersecurity operations.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84406" y="45551"/>
            <a:ext cx="1577974" cy="936625"/>
          </a:xfrm>
          <a:prstGeom prst="rect">
            <a:avLst/>
          </a:prstGeom>
          <a:noFill/>
          <a:ln>
            <a:noFill/>
          </a:ln>
        </p:spPr>
      </p:pic>
    </p:spTree>
    <p:extLst>
      <p:ext uri="{BB962C8B-B14F-4D97-AF65-F5344CB8AC3E}">
        <p14:creationId xmlns:p14="http://schemas.microsoft.com/office/powerpoint/2010/main" val="419144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5EC478-426B-14E0-6232-044A8D6A7290}"/>
              </a:ext>
            </a:extLst>
          </p:cNvPr>
          <p:cNvSpPr txBox="1"/>
          <p:nvPr/>
        </p:nvSpPr>
        <p:spPr>
          <a:xfrm>
            <a:off x="1042219" y="982176"/>
            <a:ext cx="9910916"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WEEK – 4 </a:t>
            </a:r>
            <a:r>
              <a:rPr lang="en-US" sz="2400" dirty="0">
                <a:latin typeface="Times New Roman" panose="02020603050405020304" pitchFamily="18" charset="0"/>
                <a:cs typeface="Times New Roman" panose="02020603050405020304" pitchFamily="18" charset="0"/>
              </a:rPr>
              <a:t>(From 05-06-24 to 11-06-24)</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Objective of the Activity Done: </a:t>
            </a:r>
            <a:r>
              <a:rPr lang="en-US" sz="2400" dirty="0">
                <a:latin typeface="Times New Roman" panose="02020603050405020304" pitchFamily="18" charset="0"/>
                <a:cs typeface="Times New Roman" panose="02020603050405020304" pitchFamily="18" charset="0"/>
              </a:rPr>
              <a:t>Social Engineering attacks and Project Work</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Detailed Report: </a:t>
            </a:r>
            <a:r>
              <a:rPr lang="en-US" sz="2400" dirty="0">
                <a:latin typeface="Times New Roman" panose="02020603050405020304" pitchFamily="18" charset="0"/>
                <a:cs typeface="Times New Roman" panose="02020603050405020304" pitchFamily="18" charset="0"/>
              </a:rPr>
              <a:t>In Week 4, participants explore social engineering attacks, including phishing, baiting, and pretexting. They examine real-life case studies to understand the impact of these attacks on organizations. Midweek, they start a Key Logger Project, where they learn how key loggers work and set one up in a controlled environment to see how data can be captured. They then analyze the collected data and discuss the ethical implications of using such tools. The week wraps up with presentations of the key logger project results and a discussion on how to defend against key logger attacks, reinforcing both technical skills and ethical awareness.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0" y="0"/>
            <a:ext cx="1577974" cy="936625"/>
          </a:xfrm>
          <a:prstGeom prst="rect">
            <a:avLst/>
          </a:prstGeom>
          <a:noFill/>
          <a:ln>
            <a:noFill/>
          </a:ln>
        </p:spPr>
      </p:pic>
    </p:spTree>
    <p:extLst>
      <p:ext uri="{BB962C8B-B14F-4D97-AF65-F5344CB8AC3E}">
        <p14:creationId xmlns:p14="http://schemas.microsoft.com/office/powerpoint/2010/main" val="3343014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0BCC5D-BF58-BDB0-DC9E-35BA04631E9E}"/>
              </a:ext>
            </a:extLst>
          </p:cNvPr>
          <p:cNvSpPr txBox="1"/>
          <p:nvPr/>
        </p:nvSpPr>
        <p:spPr>
          <a:xfrm>
            <a:off x="1184787" y="953729"/>
            <a:ext cx="9822425"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WEEK – 5 </a:t>
            </a:r>
            <a:r>
              <a:rPr lang="en-US" sz="2400" dirty="0">
                <a:latin typeface="Times New Roman" panose="02020603050405020304" pitchFamily="18" charset="0"/>
                <a:cs typeface="Times New Roman" panose="02020603050405020304" pitchFamily="18" charset="0"/>
              </a:rPr>
              <a:t>(From 12-06-24 to 18-06-24)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Objective of the Activity Done: </a:t>
            </a:r>
            <a:r>
              <a:rPr lang="en-US" sz="2400" dirty="0">
                <a:latin typeface="Times New Roman" panose="02020603050405020304" pitchFamily="18" charset="0"/>
                <a:cs typeface="Times New Roman" panose="02020603050405020304" pitchFamily="18" charset="0"/>
              </a:rPr>
              <a:t>System Hacking</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Detailed Report: </a:t>
            </a:r>
            <a:r>
              <a:rPr lang="en-US" sz="2400" dirty="0">
                <a:latin typeface="Times New Roman" panose="02020603050405020304" pitchFamily="18" charset="0"/>
                <a:cs typeface="Times New Roman" panose="02020603050405020304" pitchFamily="18" charset="0"/>
              </a:rPr>
              <a:t>In Week 5, participants delve into system hacking techniques, starting with an overview of methods like password cracking and privilege escalation. They engage in practical demonstrations of brute-force attacks, learning how hackers attempt to break into systems by guessing passwords. As the week progresses, they focus on privilege escalation, understanding how attackers gain unauthorized access to higher levels of system control. Participants also explore ethical hacking practices, using penetration testing tools to identify system vulnerabilities responsibly. The week concludes with a discussion on defensive strategies to protect systems from these hacking techniques, equipping participants with both offensive and defensive cybersecurity skills. </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0" y="89668"/>
            <a:ext cx="1577974" cy="936625"/>
          </a:xfrm>
          <a:prstGeom prst="rect">
            <a:avLst/>
          </a:prstGeom>
          <a:noFill/>
          <a:ln>
            <a:noFill/>
          </a:ln>
        </p:spPr>
      </p:pic>
    </p:spTree>
    <p:extLst>
      <p:ext uri="{BB962C8B-B14F-4D97-AF65-F5344CB8AC3E}">
        <p14:creationId xmlns:p14="http://schemas.microsoft.com/office/powerpoint/2010/main" val="95302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941B6A-2278-DBC7-994D-85AB5C310936}"/>
              </a:ext>
            </a:extLst>
          </p:cNvPr>
          <p:cNvSpPr txBox="1"/>
          <p:nvPr/>
        </p:nvSpPr>
        <p:spPr>
          <a:xfrm>
            <a:off x="904567" y="936625"/>
            <a:ext cx="10599175" cy="526297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WEEK – 6 </a:t>
            </a:r>
            <a:r>
              <a:rPr lang="en-US" sz="2400" dirty="0">
                <a:latin typeface="Times New Roman" panose="02020603050405020304" pitchFamily="18" charset="0"/>
                <a:cs typeface="Times New Roman" panose="02020603050405020304" pitchFamily="18" charset="0"/>
              </a:rPr>
              <a:t>(From 19-06-24 to 25-06-24)</a:t>
            </a:r>
          </a:p>
          <a:p>
            <a:r>
              <a:rPr lang="en-US" sz="2400" b="1" dirty="0">
                <a:latin typeface="Times New Roman" panose="02020603050405020304" pitchFamily="18" charset="0"/>
                <a:cs typeface="Times New Roman" panose="02020603050405020304" pitchFamily="18" charset="0"/>
              </a:rPr>
              <a:t>Objective of the Activity Done: </a:t>
            </a:r>
            <a:r>
              <a:rPr lang="en-US" sz="2400" dirty="0">
                <a:latin typeface="Times New Roman" panose="02020603050405020304" pitchFamily="18" charset="0"/>
                <a:cs typeface="Times New Roman" panose="02020603050405020304" pitchFamily="18" charset="0"/>
              </a:rPr>
              <a:t>Secure data to prevent Hackers &amp; Project Submission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Detailed Report: </a:t>
            </a:r>
            <a:r>
              <a:rPr lang="en-US" sz="2400" dirty="0">
                <a:latin typeface="Times New Roman" panose="02020603050405020304" pitchFamily="18" charset="0"/>
                <a:cs typeface="Times New Roman" panose="02020603050405020304" pitchFamily="18" charset="0"/>
              </a:rPr>
              <a:t>In Week 6, participants focus on data security, learning about the importance of encryption, backups, and access control in protecting sensitive information. They start with a practical session on encrypting files and setting up secure backups to safeguard data. Midweek, they finalize their Key Logger Project, analyzing the results and preparing their findings for submission. The week culminates in presentations where participants showcase their key logger projects, discussing the implications of their findings and how to defend against such attacks. Finally, the course wraps up with feedback sessions and discussions on key takeaways, helping participants reflect on their learning and identify future steps in their cybersecurity journey.</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7425" y="0"/>
            <a:ext cx="1577974" cy="936625"/>
          </a:xfrm>
          <a:prstGeom prst="rect">
            <a:avLst/>
          </a:prstGeom>
          <a:noFill/>
          <a:ln>
            <a:noFill/>
          </a:ln>
        </p:spPr>
      </p:pic>
    </p:spTree>
    <p:extLst>
      <p:ext uri="{BB962C8B-B14F-4D97-AF65-F5344CB8AC3E}">
        <p14:creationId xmlns:p14="http://schemas.microsoft.com/office/powerpoint/2010/main" val="646288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D747D-91D5-3C84-1BB2-9969A55CBFC9}"/>
              </a:ext>
            </a:extLst>
          </p:cNvPr>
          <p:cNvSpPr>
            <a:spLocks noGrp="1"/>
          </p:cNvSpPr>
          <p:nvPr>
            <p:ph type="ctrTitle"/>
          </p:nvPr>
        </p:nvSpPr>
        <p:spPr>
          <a:xfrm>
            <a:off x="1595269" y="363794"/>
            <a:ext cx="9001462" cy="865086"/>
          </a:xfrm>
        </p:spPr>
        <p:txBody>
          <a:bodyPr>
            <a:normAutofit/>
          </a:bodyPr>
          <a:lstStyle/>
          <a:p>
            <a:r>
              <a:rPr lang="en-IN" sz="4800" dirty="0">
                <a:latin typeface="Times New Roman" panose="02020603050405020304" pitchFamily="18" charset="0"/>
                <a:cs typeface="Times New Roman" panose="02020603050405020304" pitchFamily="18" charset="0"/>
              </a:rPr>
              <a:t>OUTCOMES</a:t>
            </a:r>
          </a:p>
        </p:txBody>
      </p:sp>
      <p:sp>
        <p:nvSpPr>
          <p:cNvPr id="3" name="Subtitle 2">
            <a:extLst>
              <a:ext uri="{FF2B5EF4-FFF2-40B4-BE49-F238E27FC236}">
                <a16:creationId xmlns:a16="http://schemas.microsoft.com/office/drawing/2014/main" id="{DBAA305F-E8AA-0E4C-839D-6CD3B3F6E236}"/>
              </a:ext>
            </a:extLst>
          </p:cNvPr>
          <p:cNvSpPr>
            <a:spLocks noGrp="1"/>
          </p:cNvSpPr>
          <p:nvPr>
            <p:ph type="subTitle" idx="1"/>
          </p:nvPr>
        </p:nvSpPr>
        <p:spPr>
          <a:xfrm>
            <a:off x="973394" y="1327355"/>
            <a:ext cx="10117393" cy="4621161"/>
          </a:xfrm>
        </p:spPr>
        <p:txBody>
          <a:bodyPr>
            <a:noAutofit/>
          </a:bodyPr>
          <a:lstStyle/>
          <a:p>
            <a:pPr marL="342900" indent="-342900" algn="l">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program fostered a collaborative atmosphere where interns frequently interacted with each other and instructors, encouraging open dialogue and question-asking. This interaction promoted a sense of community and support among participants. Mentors were approachable, providing valuable insights and guidance, making it easier for interns to seek help when needed. </a:t>
            </a:r>
          </a:p>
          <a:p>
            <a:pPr marL="342900" indent="-342900" algn="l">
              <a:lnSpc>
                <a:spcPct val="10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l">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Access to online platforms for lectures and hands-on sessions was well-maintained and user friendly. Virtual labs allowed interns to practice their skills in a safe environment, ensuring they could apply theoretical knowledge effectively. The overall infrastructure supported a seamless learning experience.</a:t>
            </a: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15581" y="128996"/>
            <a:ext cx="1577974" cy="936625"/>
          </a:xfrm>
          <a:prstGeom prst="rect">
            <a:avLst/>
          </a:prstGeom>
          <a:noFill/>
          <a:ln>
            <a:noFill/>
          </a:ln>
        </p:spPr>
      </p:pic>
    </p:spTree>
    <p:extLst>
      <p:ext uri="{BB962C8B-B14F-4D97-AF65-F5344CB8AC3E}">
        <p14:creationId xmlns:p14="http://schemas.microsoft.com/office/powerpoint/2010/main" val="3268852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1C36-ACFB-3940-4BC4-EF9F5153E232}"/>
              </a:ext>
            </a:extLst>
          </p:cNvPr>
          <p:cNvSpPr>
            <a:spLocks noGrp="1"/>
          </p:cNvSpPr>
          <p:nvPr>
            <p:ph type="title" idx="4294967295"/>
          </p:nvPr>
        </p:nvSpPr>
        <p:spPr>
          <a:xfrm>
            <a:off x="0" y="609600"/>
            <a:ext cx="10353675" cy="5162550"/>
          </a:xfrm>
        </p:spPr>
        <p:txBody>
          <a:bodyPr>
            <a:noAutofit/>
          </a:bodyPr>
          <a:lstStyle/>
          <a:p>
            <a:pPr algn="l">
              <a:lnSpc>
                <a:spcPct val="100000"/>
              </a:lnSpc>
            </a:pPr>
            <a:r>
              <a:rPr lang="en-US" sz="2400" b="0" dirty="0">
                <a:effectLst/>
                <a:latin typeface="Times New Roman" panose="02020603050405020304" pitchFamily="18" charset="0"/>
                <a:cs typeface="Times New Roman" panose="02020603050405020304" pitchFamily="18" charset="0"/>
              </a:rPr>
              <a:t> </a:t>
            </a:r>
            <a:endParaRPr lang="en-IN" sz="2400" b="0" dirty="0">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324FFD2-1AA5-33D5-3FFB-F2399F324EC6}"/>
              </a:ext>
            </a:extLst>
          </p:cNvPr>
          <p:cNvSpPr txBox="1"/>
          <p:nvPr/>
        </p:nvSpPr>
        <p:spPr>
          <a:xfrm>
            <a:off x="1140542" y="973394"/>
            <a:ext cx="9802761"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Job roles and expectations were clearly defined at the outset, enabling interns to focus on their individual learning objectives. This clarity helped interns understand their responsibilities, ensuring a structured approach to their work and learning tasks. Regular feedback on performance further reinforced role clarity.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program adhered to a structured curriculum, blending theoretical and practical components that facilitated comprehensive learning. Interns were expected to follow specific protocols during practical sessions, which instilled discipline and a professional approach to cybersecurity practices. Timelines and deadlines encouraged effective time management.</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25413" y="141287"/>
            <a:ext cx="1577974" cy="936625"/>
          </a:xfrm>
          <a:prstGeom prst="rect">
            <a:avLst/>
          </a:prstGeom>
          <a:noFill/>
          <a:ln>
            <a:noFill/>
          </a:ln>
        </p:spPr>
      </p:pic>
    </p:spTree>
    <p:extLst>
      <p:ext uri="{BB962C8B-B14F-4D97-AF65-F5344CB8AC3E}">
        <p14:creationId xmlns:p14="http://schemas.microsoft.com/office/powerpoint/2010/main" val="326714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075A8C-28AC-61BC-6F6E-C05C3397DC9D}"/>
              </a:ext>
            </a:extLst>
          </p:cNvPr>
          <p:cNvSpPr txBox="1"/>
          <p:nvPr/>
        </p:nvSpPr>
        <p:spPr>
          <a:xfrm>
            <a:off x="1258529" y="727587"/>
            <a:ext cx="9547123" cy="830997"/>
          </a:xfrm>
          <a:prstGeom prst="rect">
            <a:avLst/>
          </a:prstGeom>
          <a:noFill/>
        </p:spPr>
        <p:txBody>
          <a:bodyPr wrap="square" rtlCol="0">
            <a:spAutoFit/>
          </a:bodyPr>
          <a:lstStyle/>
          <a:p>
            <a:pPr algn="ctr"/>
            <a:r>
              <a:rPr lang="en-IN" sz="4800" dirty="0">
                <a:latin typeface="Times New Roman" panose="02020603050405020304" pitchFamily="18" charset="0"/>
                <a:cs typeface="Times New Roman" panose="02020603050405020304" pitchFamily="18" charset="0"/>
              </a:rPr>
              <a:t>PHOTOS</a:t>
            </a:r>
          </a:p>
        </p:txBody>
      </p:sp>
      <p:pic>
        <p:nvPicPr>
          <p:cNvPr id="4" name="Picture 3">
            <a:extLst>
              <a:ext uri="{FF2B5EF4-FFF2-40B4-BE49-F238E27FC236}">
                <a16:creationId xmlns:a16="http://schemas.microsoft.com/office/drawing/2014/main" id="{964F84BE-4FCF-C627-74F2-58A11D14C56C}"/>
              </a:ext>
            </a:extLst>
          </p:cNvPr>
          <p:cNvPicPr>
            <a:picLocks noChangeAspect="1"/>
          </p:cNvPicPr>
          <p:nvPr/>
        </p:nvPicPr>
        <p:blipFill>
          <a:blip r:embed="rId2"/>
          <a:stretch>
            <a:fillRect/>
          </a:stretch>
        </p:blipFill>
        <p:spPr>
          <a:xfrm>
            <a:off x="1494503" y="1661652"/>
            <a:ext cx="9311150" cy="4468761"/>
          </a:xfrm>
          <a:prstGeom prst="rect">
            <a:avLst/>
          </a:prstGeom>
        </p:spPr>
      </p:pic>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3"/>
          <a:stretch>
            <a:fillRect/>
          </a:stretch>
        </p:blipFill>
        <p:spPr>
          <a:xfrm>
            <a:off x="194239" y="259274"/>
            <a:ext cx="1577974" cy="936625"/>
          </a:xfrm>
          <a:prstGeom prst="rect">
            <a:avLst/>
          </a:prstGeom>
          <a:noFill/>
          <a:ln>
            <a:noFill/>
          </a:ln>
        </p:spPr>
      </p:pic>
    </p:spTree>
    <p:extLst>
      <p:ext uri="{BB962C8B-B14F-4D97-AF65-F5344CB8AC3E}">
        <p14:creationId xmlns:p14="http://schemas.microsoft.com/office/powerpoint/2010/main" val="235868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A7185-1458-635B-FF39-FC2245C451BF}"/>
              </a:ext>
            </a:extLst>
          </p:cNvPr>
          <p:cNvSpPr>
            <a:spLocks noGrp="1"/>
          </p:cNvSpPr>
          <p:nvPr>
            <p:ph type="title"/>
          </p:nvPr>
        </p:nvSpPr>
        <p:spPr>
          <a:xfrm>
            <a:off x="1120273" y="2102679"/>
            <a:ext cx="10353761" cy="1326321"/>
          </a:xfrm>
        </p:spPr>
        <p:txBody>
          <a:bodyPr>
            <a:normAutofit/>
          </a:bodyPr>
          <a:lstStyle/>
          <a:p>
            <a:r>
              <a:rPr lang="en-IN" sz="4800" dirty="0">
                <a:latin typeface="Times New Roman" panose="02020603050405020304" pitchFamily="18" charset="0"/>
                <a:cs typeface="Times New Roman" panose="02020603050405020304" pitchFamily="18" charset="0"/>
              </a:rPr>
              <a:t>                  ANY QUERIES ?</a:t>
            </a:r>
          </a:p>
        </p:txBody>
      </p:sp>
      <p:pic>
        <p:nvPicPr>
          <p:cNvPr id="3" name="Picture 2">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331286" y="246984"/>
            <a:ext cx="1577974" cy="936625"/>
          </a:xfrm>
          <a:prstGeom prst="rect">
            <a:avLst/>
          </a:prstGeom>
          <a:noFill/>
          <a:ln>
            <a:noFill/>
          </a:ln>
        </p:spPr>
      </p:pic>
    </p:spTree>
    <p:extLst>
      <p:ext uri="{BB962C8B-B14F-4D97-AF65-F5344CB8AC3E}">
        <p14:creationId xmlns:p14="http://schemas.microsoft.com/office/powerpoint/2010/main" val="149592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46F449-DA58-B36D-1FAC-81902A636DDC}"/>
              </a:ext>
            </a:extLst>
          </p:cNvPr>
          <p:cNvSpPr>
            <a:spLocks noGrp="1"/>
          </p:cNvSpPr>
          <p:nvPr>
            <p:ph type="title"/>
          </p:nvPr>
        </p:nvSpPr>
        <p:spPr>
          <a:xfrm>
            <a:off x="919119" y="2102679"/>
            <a:ext cx="10353761" cy="1326321"/>
          </a:xfrm>
        </p:spPr>
        <p:txBody>
          <a:bodyPr>
            <a:normAutofit/>
          </a:bodyPr>
          <a:lstStyle/>
          <a:p>
            <a:r>
              <a:rPr lang="en-IN" sz="4800" dirty="0">
                <a:latin typeface="Times New Roman" panose="02020603050405020304" pitchFamily="18" charset="0"/>
                <a:cs typeface="Times New Roman" panose="02020603050405020304" pitchFamily="18" charset="0"/>
              </a:rPr>
              <a:t>                      THANK YOU !</a:t>
            </a:r>
          </a:p>
        </p:txBody>
      </p:sp>
      <p:pic>
        <p:nvPicPr>
          <p:cNvPr id="2" name="Picture 1">
            <a:extLst>
              <a:ext uri="{FF2B5EF4-FFF2-40B4-BE49-F238E27FC236}">
                <a16:creationId xmlns:a16="http://schemas.microsoft.com/office/drawing/2014/main" id="{BD674CE2-7A3E-98C3-D833-44CDADA94FFA}"/>
              </a:ext>
              <a:ext uri="{4EB75819-DAFB-4A02-A128-346B962673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xmlns:lc="http://schemas.openxmlformats.org/drawingml/2006/lockedCanvas" id="{87B94C97-BEB7-4DC9-8E16-C27B1505F367}"/>
              </a:ext>
            </a:extLst>
          </p:cNvPr>
          <p:cNvPicPr>
            <a:picLocks noChangeAspect="1"/>
          </p:cNvPicPr>
          <p:nvPr/>
        </p:nvPicPr>
        <p:blipFill>
          <a:blip r:embed="rId2"/>
          <a:stretch>
            <a:fillRect/>
          </a:stretch>
        </p:blipFill>
        <p:spPr>
          <a:xfrm>
            <a:off x="130132" y="138829"/>
            <a:ext cx="1577974" cy="936625"/>
          </a:xfrm>
          <a:prstGeom prst="rect">
            <a:avLst/>
          </a:prstGeom>
          <a:noFill/>
          <a:ln>
            <a:noFill/>
          </a:ln>
        </p:spPr>
      </p:pic>
    </p:spTree>
    <p:extLst>
      <p:ext uri="{BB962C8B-B14F-4D97-AF65-F5344CB8AC3E}">
        <p14:creationId xmlns:p14="http://schemas.microsoft.com/office/powerpoint/2010/main" val="3504589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TotalTime>
  <Words>1293</Words>
  <Application>Microsoft Office PowerPoint</Application>
  <PresentationFormat>Widescreen</PresentationFormat>
  <Paragraphs>67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Britannic Bold</vt:lpstr>
      <vt:lpstr>Calibri</vt:lpstr>
      <vt:lpstr>Calibri Light</vt:lpstr>
      <vt:lpstr>Times New Roman</vt:lpstr>
      <vt:lpstr>Office Theme</vt:lpstr>
      <vt:lpstr>KEYLOGGER &amp; SECURITY</vt:lpstr>
      <vt:lpstr>INDEX</vt:lpstr>
      <vt:lpstr>PowerPoint Presentation</vt:lpstr>
      <vt:lpstr>INTRO TO ORGANIZATION</vt:lpstr>
      <vt:lpstr>ROLES &amp; RESPONSIBILITIES</vt:lpstr>
      <vt:lpstr>WEEKLY OVERVIEW</vt:lpstr>
      <vt:lpstr>PowerPoint Presentation</vt:lpstr>
      <vt:lpstr>PowerPoint Presentation</vt:lpstr>
      <vt:lpstr>PowerPoint Presentation</vt:lpstr>
      <vt:lpstr>PowerPoint Presentation</vt:lpstr>
      <vt:lpstr>PowerPoint Presentation</vt:lpstr>
      <vt:lpstr>OUTCOMES</vt:lpstr>
      <vt:lpstr> </vt:lpstr>
      <vt:lpstr>PowerPoint Presentation</vt:lpstr>
      <vt:lpstr>                  ANY QUERIES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Preethi Ashritha</dc:creator>
  <cp:lastModifiedBy>Preethi Ashritha</cp:lastModifiedBy>
  <cp:revision>1</cp:revision>
  <dcterms:created xsi:type="dcterms:W3CDTF">2024-12-05T15:41:36Z</dcterms:created>
  <dcterms:modified xsi:type="dcterms:W3CDTF">2024-12-06T03:20:53Z</dcterms:modified>
</cp:coreProperties>
</file>